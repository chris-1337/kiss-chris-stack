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4cc924fa54b6c" /><Relationship Type="http://schemas.openxmlformats.org/officeDocument/2006/relationships/extended-properties" Target="/docProps/app.xml" Id="R0f844081f1af42fd" /><Relationship Type="http://schemas.openxmlformats.org/officeDocument/2006/relationships/officeDocument" Target="/ppt/presentation.xml" Id="Re3ec4169ec4a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dcbb2e0e6437f"/>
  </p:sldMasterIdLst>
  <p:notesMasterIdLst>
    <p:notesMasterId xmlns:r="http://schemas.openxmlformats.org/officeDocument/2006/relationships" r:id="R9da241f7a8484da7"/>
  </p:notesMasterIdLst>
  <p:sldIdLst>
    <p:sldId xmlns:r="http://schemas.openxmlformats.org/officeDocument/2006/relationships" id="256" r:id="R6a56c0ee1e3b46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a9828b57134b44" /><Relationship Type="http://schemas.openxmlformats.org/officeDocument/2006/relationships/slideMaster" Target="/ppt/slideMasters/slideMaster1.xml" Id="Rc8ddcbb2e0e6437f" /><Relationship Type="http://schemas.openxmlformats.org/officeDocument/2006/relationships/notesMaster" Target="/ppt/notesMasters/notesMaster1.xml" Id="R9da241f7a8484da7" /><Relationship Type="http://schemas.openxmlformats.org/officeDocument/2006/relationships/presProps" Target="/ppt/presProps.xml" Id="R2460eecf2f3442dc" /><Relationship Type="http://schemas.openxmlformats.org/officeDocument/2006/relationships/tableStyles" Target="/ppt/tableStyles.xml" Id="R28c0daffbe6d41e0" /><Relationship Type="http://schemas.openxmlformats.org/officeDocument/2006/relationships/slide" Target="/ppt/slides/slide1.xml" Id="R6a56c0ee1e3b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4246d268446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8868b07a747dd" /><Relationship Type="http://schemas.openxmlformats.org/officeDocument/2006/relationships/notesMaster" Target="/ppt/notesMasters/notesMaster1.xml" Id="R50c82c20959249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Quelle: KISS-Chris-Stack/docs/PRODUKT-ONBOARDING.md, Paketstand 2026.10.05. Die Folie verdichtet die Architektur für Management. Fast Path für lokale eindeutige Änderungen. Deep Path nutzt direkt einen Seed bei konkreten Goals, Interview/Auto nur bei Mehrdeutigkeit. Dashboard und genau ein read-only Host-Observer starten vor den Execution-Workern. Standardlimits: 3 Iterationen pro AC, 15 Minuten ohne Fortschritt und 60 Minuten je Generation. Auto-Evolution und Stage 3 sind standardmäßig deaktiviert. CodeGraph analysiert Strukturen, UI-UX-Pro-Max gilt nur für UI-Aufgaben. Ponytail reduziert Implementierungsaufwand, Caveman Agentenprosa, RTK Tool-Output. Externe Schreibaktionen benötigen menschliche Freigabe. Die Folie beschreibt den Aufbau, nicht gemessene Produktivitätseffekte. Lokale Agenten und MCP-Werkzeuge können externe Modellanbieter nutzen.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b45cacec24e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829f45c343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bbf17244849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18fdd09da44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8c93f918545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59dbce9014e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294E97-19BE-43CB-AAF0-96C2CBEF3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78FE10-BF1A-47A7-AA0D-8ED8A5219B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86A5D7-F120-4F19-A34E-06A172EC0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1A67E8-8775-4252-AF76-2B9FB42B7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552198-44B1-4575-98F1-3A21081C2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77BCBA-9A41-4D6C-A286-1D588A5C2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100707-8F68-4AB3-8E57-D445B827E3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9B9426-B531-4DA4-B428-0E9C0882A7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72CFED-535C-43F5-AA27-79B55C0A4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F829D1-0B40-4F60-90B4-7FBDB66D1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664cd96f7044db" /><Relationship Type="http://schemas.openxmlformats.org/officeDocument/2006/relationships/slideLayout" Target="/ppt/slideLayouts/slideLayout1.xml" Id="Rfeb7c7a946894644" /><Relationship Type="http://schemas.openxmlformats.org/officeDocument/2006/relationships/slideLayout" Target="/ppt/slideLayouts/slideLayout2.xml" Id="Rb4dd2dd4c8694c2a" /><Relationship Type="http://schemas.openxmlformats.org/officeDocument/2006/relationships/slideLayout" Target="/ppt/slideLayouts/slideLayout3.xml" Id="R44f17fbe93b7488a" /><Relationship Type="http://schemas.openxmlformats.org/officeDocument/2006/relationships/slideLayout" Target="/ppt/slideLayouts/slideLayout4.xml" Id="Re4011e522b524f45" /><Relationship Type="http://schemas.openxmlformats.org/officeDocument/2006/relationships/slideLayout" Target="/ppt/slideLayouts/slideLayout5.xml" Id="R7cd356287c9b464d" /><Relationship Type="http://schemas.openxmlformats.org/officeDocument/2006/relationships/slideLayout" Target="/ppt/slideLayouts/slideLayout6.xml" Id="R44a79db09bf040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b7c7a946894644"/>
    <p:sldLayoutId xmlns:r="http://schemas.openxmlformats.org/officeDocument/2006/relationships" id="2147483650" r:id="Rb4dd2dd4c8694c2a"/>
    <p:sldLayoutId xmlns:r="http://schemas.openxmlformats.org/officeDocument/2006/relationships" id="2147483651" r:id="R44f17fbe93b7488a"/>
    <p:sldLayoutId xmlns:r="http://schemas.openxmlformats.org/officeDocument/2006/relationships" id="2147483652" r:id="Re4011e522b524f45"/>
    <p:sldLayoutId xmlns:r="http://schemas.openxmlformats.org/officeDocument/2006/relationships" id="2147483653" r:id="R7cd356287c9b464d"/>
    <p:sldLayoutId xmlns:r="http://schemas.openxmlformats.org/officeDocument/2006/relationships" id="2147483654" r:id="R44a79db09bf0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45f12155e4ab6" /><Relationship Type="http://schemas.openxmlformats.org/officeDocument/2006/relationships/notesSlide" Target="/ppt/notesSlides/notesSlide1.xml" Id="R408e40e264a649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C754C-A302-4AA1-B9DE-18E3ACF8A26C}"/>
              </a:ext>
            </a:extLst>
          </p:cNvPr>
          <p:cNvCxnSpPr>
            <a:stCxn xmlns:a="http://schemas.openxmlformats.org/drawingml/2006/main" id="23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296150" y="5400675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6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EB5AA-824E-47E4-A53C-FD70D30E54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1258550" y="3724275"/>
            <a:ext cx="4572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ADB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46406-33EE-47AF-8450-F87E8112392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76550" y="3724275"/>
            <a:ext cx="4572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CADBA"/>
            </a:solidFill>
            <a:prstDash val="solid"/>
            <a:tailEnd type="triangle" w="sm" len="sm"/>
          </a:ln>
        </p:spPr>
      </p:cxnSp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043F0A7D-1952-41A4-B3B7-4A05B41E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0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2B45"/>
                </a:solidFill>
                <a:latin typeface="Arial"/>
                <a:ea typeface="Arial"/>
                <a:cs typeface="Arial"/>
              </a:rPr>
              <a:t>KISS-Chris-Stack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8FFCEA-7211-441C-B035-7F710C3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Architektur für gesteuerte KI-gestützte Softwareentwicklung</a:t>
            </a:r>
          </a:p>
        </p:txBody>
      </p:sp>
      <p:sp>
        <p:nvSpPr>
          <p:cNvPr id="3" name="Entwickler">
            <a:extLst xmlns:a="http://schemas.openxmlformats.org/drawingml/2006/main">
              <a:ext uri="{FF2B5EF4-FFF2-40B4-BE49-F238E27FC236}">
                <a16:creationId xmlns:a16="http://schemas.microsoft.com/office/drawing/2014/main" id="{DEFE81C8-823A-4F49-A6F9-B1743887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266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DEE6"/>
            </a:solidFill>
            <a:prstDash val="solid"/>
          </a:ln>
        </p:spPr>
      </p:sp>
      <p:sp>
        <p:nvSpPr>
          <p:cNvPr id="4" name="person-title">
            <a:extLst xmlns:a="http://schemas.openxmlformats.org/drawingml/2006/main">
              <a:ext uri="{FF2B5EF4-FFF2-40B4-BE49-F238E27FC236}">
                <a16:creationId xmlns:a16="http://schemas.microsoft.com/office/drawing/2014/main" id="{4774E0A4-46DB-408B-B862-D829CB62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B45"/>
                </a:solidFill>
                <a:latin typeface="Arial"/>
                <a:ea typeface="Arial"/>
                <a:cs typeface="Arial"/>
              </a:rPr>
              <a:t>Entwickler</a:t>
            </a:r>
          </a:p>
        </p:txBody>
      </p:sp>
      <p:sp>
        <p:nvSpPr>
          <p:cNvPr id="5" name="person-copy">
            <a:extLst xmlns:a="http://schemas.openxmlformats.org/drawingml/2006/main">
              <a:ext uri="{FF2B5EF4-FFF2-40B4-BE49-F238E27FC236}">
                <a16:creationId xmlns:a16="http://schemas.microsoft.com/office/drawing/2014/main" id="{ADB63488-4AC5-4DC4-AC6B-B9F2DA63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88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Auftrag und</a:t>
            </a:r>
          </a:p>
          <a:p xmlns:a="http://schemas.openxmlformats.org/drawingml/2006/main">
            <a: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Abnahmekriterien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Freigabe externer</a:t>
            </a:r>
          </a:p>
          <a:p xmlns:a="http://schemas.openxmlformats.org/drawingml/2006/main">
            <a: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Änderungen</a:t>
            </a:r>
          </a:p>
        </p:txBody>
      </p:sp>
      <p:sp>
        <p:nvSpPr>
          <p:cNvPr id="6" name="Agent-Host">
            <a:extLst xmlns:a="http://schemas.openxmlformats.org/drawingml/2006/main">
              <a:ext uri="{FF2B5EF4-FFF2-40B4-BE49-F238E27FC236}">
                <a16:creationId xmlns:a16="http://schemas.microsoft.com/office/drawing/2014/main" id="{BC606ED0-41C8-4003-8501-EBBC6AD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7924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5D4DF"/>
            </a:solidFill>
            <a:prstDash val="solid"/>
          </a:ln>
        </p:spPr>
      </p:sp>
      <p:sp>
        <p:nvSpPr>
          <p:cNvPr id="7" name="Agent-Header">
            <a:extLst xmlns:a="http://schemas.openxmlformats.org/drawingml/2006/main">
              <a:ext uri="{FF2B5EF4-FFF2-40B4-BE49-F238E27FC236}">
                <a16:creationId xmlns:a16="http://schemas.microsoft.com/office/drawing/2014/main" id="{5ABF1124-6CA7-43F2-8686-729B21B4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7924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73FA72B-CC58-4E35-B6CE-2F4FF254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812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KI-Agent</a:t>
            </a:r>
          </a:p>
        </p:txBody>
      </p:sp>
      <p:sp>
        <p:nvSpPr>
          <p:cNvPr id="9" name="agent-sub">
            <a:extLst xmlns:a="http://schemas.openxmlformats.org/drawingml/2006/main">
              <a:ext uri="{FF2B5EF4-FFF2-40B4-BE49-F238E27FC236}">
                <a16:creationId xmlns:a16="http://schemas.microsoft.com/office/drawing/2014/main" id="{2C8404BD-318C-480E-9CE8-84A11730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764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Codex oder Claude Code</a:t>
            </a:r>
          </a:p>
        </p:txBody>
      </p:sp>
      <p:sp>
        <p:nvSpPr>
          <p:cNvPr id="10" name="routing">
            <a:extLst xmlns:a="http://schemas.openxmlformats.org/drawingml/2006/main">
              <a:ext uri="{FF2B5EF4-FFF2-40B4-BE49-F238E27FC236}">
                <a16:creationId xmlns:a16="http://schemas.microsoft.com/office/drawing/2014/main" id="{97D33079-C5F6-48D7-B1DE-ED45BC07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03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Globale Stack-Regeln wählen den passenden Arbeitsweg</a:t>
            </a:r>
          </a:p>
        </p:txBody>
      </p:sp>
      <p:sp>
        <p:nvSpPr>
          <p:cNvPr id="11" name="Fast Path">
            <a:extLst xmlns:a="http://schemas.openxmlformats.org/drawingml/2006/main">
              <a:ext uri="{FF2B5EF4-FFF2-40B4-BE49-F238E27FC236}">
                <a16:creationId xmlns:a16="http://schemas.microsoft.com/office/drawing/2014/main" id="{9957BE21-CC1E-40AC-9C8F-3280C6A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95675"/>
            <a:ext cx="30003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st-title">
            <a:extLst xmlns:a="http://schemas.openxmlformats.org/drawingml/2006/main">
              <a:ext uri="{FF2B5EF4-FFF2-40B4-BE49-F238E27FC236}">
                <a16:creationId xmlns:a16="http://schemas.microsoft.com/office/drawing/2014/main" id="{412BA1E9-A00D-450D-8810-96B4D54D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671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B45"/>
                </a:solidFill>
                <a:latin typeface="Arial"/>
                <a:ea typeface="Arial"/>
                <a:cs typeface="Arial"/>
              </a:rPr>
              <a:t>Fast Path</a:t>
            </a:r>
          </a:p>
        </p:txBody>
      </p:sp>
      <p:sp>
        <p:nvSpPr>
          <p:cNvPr id="13" name="fast-body">
            <a:extLst xmlns:a="http://schemas.openxmlformats.org/drawingml/2006/main">
              <a:ext uri="{FF2B5EF4-FFF2-40B4-BE49-F238E27FC236}">
                <a16:creationId xmlns:a16="http://schemas.microsoft.com/office/drawing/2014/main" id="{11188E57-4FF8-4498-B3C9-BC04AA31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62425"/>
            <a:ext cx="266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A"/>
                </a:solidFill>
                <a:latin typeface="Arial"/>
                <a:ea typeface="Arial"/>
                <a:cs typeface="Arial"/>
              </a:rPr>
              <a:t>Kleine, klare Aufgaben</a:t>
            </a:r>
          </a:p>
          <a:p xmlns:a="http://schemas.openxmlformats.org/drawingml/2006/main">
            <a: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A"/>
                </a:solidFill>
                <a:latin typeface="Arial"/>
                <a:ea typeface="Arial"/>
                <a:cs typeface="Arial"/>
              </a:rPr>
              <a:t>Direkte Umsetzung</a:t>
            </a:r>
          </a:p>
          <a:p xmlns:a="http://schemas.openxmlformats.org/drawingml/2006/main">
            <a: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A"/>
                </a:solidFill>
                <a:latin typeface="Arial"/>
                <a:ea typeface="Arial"/>
                <a:cs typeface="Arial"/>
              </a:rPr>
              <a:t>Gezielte Tests</a:t>
            </a:r>
          </a:p>
        </p:txBody>
      </p:sp>
      <p:sp>
        <p:nvSpPr>
          <p:cNvPr id="14" name="Deep Path">
            <a:extLst xmlns:a="http://schemas.openxmlformats.org/drawingml/2006/main">
              <a:ext uri="{FF2B5EF4-FFF2-40B4-BE49-F238E27FC236}">
                <a16:creationId xmlns:a16="http://schemas.microsoft.com/office/drawing/2014/main" id="{025B69D2-D140-4636-BCA5-082C5253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95675"/>
            <a:ext cx="41719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ep-title">
            <a:extLst xmlns:a="http://schemas.openxmlformats.org/drawingml/2006/main">
              <a:ext uri="{FF2B5EF4-FFF2-40B4-BE49-F238E27FC236}">
                <a16:creationId xmlns:a16="http://schemas.microsoft.com/office/drawing/2014/main" id="{E22F7714-C143-4C38-8E8A-80D1973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67125"/>
            <a:ext cx="3819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Deep Path mit Ouroboros</a:t>
            </a:r>
          </a:p>
        </p:txBody>
      </p:sp>
      <p:sp>
        <p:nvSpPr>
          <p:cNvPr id="16" name="deep-body">
            <a:extLst xmlns:a="http://schemas.openxmlformats.org/drawingml/2006/main">
              <a:ext uri="{FF2B5EF4-FFF2-40B4-BE49-F238E27FC236}">
                <a16:creationId xmlns:a16="http://schemas.microsoft.com/office/drawing/2014/main" id="{543532B9-E1B5-4A21-89DF-D3E0B87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62425"/>
            <a:ext cx="3819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A"/>
                </a:solidFill>
                <a:latin typeface="Arial"/>
                <a:ea typeface="Arial"/>
                <a:cs typeface="Arial"/>
              </a:rPr>
              <a:t>Komplexe oder riskante Aufgaben</a:t>
            </a:r>
          </a:p>
          <a:p xmlns:a="http://schemas.openxmlformats.org/drawingml/2006/main">
            <a: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A"/>
                </a:solidFill>
                <a:latin typeface="Arial"/>
                <a:ea typeface="Arial"/>
                <a:cs typeface="Arial"/>
              </a:rPr>
              <a:t>Seed und Ausführung</a:t>
            </a:r>
          </a:p>
          <a:p xmlns:a="http://schemas.openxmlformats.org/drawingml/2006/main">
            <a:pPr algn="l">
              <a:defRPr sz="1800" b="0">
                <a:solidFill>
                  <a:srgbClr val="20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54A"/>
                </a:solidFill>
                <a:latin typeface="Arial"/>
                <a:ea typeface="Arial"/>
                <a:cs typeface="Arial"/>
              </a:rPr>
              <a:t>Evaluation und gezielte Reparatur</a:t>
            </a:r>
          </a:p>
        </p:txBody>
      </p:sp>
      <p:sp>
        <p:nvSpPr>
          <p:cNvPr id="17" name="Ergebnis">
            <a:extLst xmlns:a="http://schemas.openxmlformats.org/drawingml/2006/main">
              <a:ext uri="{FF2B5EF4-FFF2-40B4-BE49-F238E27FC236}">
                <a16:creationId xmlns:a16="http://schemas.microsoft.com/office/drawing/2014/main" id="{AF339AD6-5AE2-4BCA-AE5F-0E8B9B0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914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8D339E2B-B60B-4AB5-B37C-CE8A040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9813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Prüfbares Ergebnis</a:t>
            </a:r>
          </a:p>
        </p:txBody>
      </p:sp>
      <p:sp>
        <p:nvSpPr>
          <p:cNvPr id="19" name="result-copy">
            <a:extLst xmlns:a="http://schemas.openxmlformats.org/drawingml/2006/main">
              <a:ext uri="{FF2B5EF4-FFF2-40B4-BE49-F238E27FC236}">
                <a16:creationId xmlns:a16="http://schemas.microsoft.com/office/drawing/2014/main" id="{2C0C5143-C76A-499A-93A2-02903817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3514725"/>
            <a:ext cx="247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Codeänderungen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 und Nachweise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Abschluss anhand der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Abnahmekriterien</a:t>
            </a:r>
          </a:p>
        </p:txBody>
      </p:sp>
      <p:sp>
        <p:nvSpPr>
          <p:cNvPr id="22" name="foundation-label">
            <a:extLst xmlns:a="http://schemas.openxmlformats.org/drawingml/2006/main">
              <a:ext uri="{FF2B5EF4-FFF2-40B4-BE49-F238E27FC236}">
                <a16:creationId xmlns:a16="http://schemas.microsoft.com/office/drawing/2014/main" id="{3BD350C1-1D83-48E0-9A20-2DB1A468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67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Gemeinsame Unterstützung</a:t>
            </a:r>
          </a:p>
        </p:txBody>
      </p:sp>
      <p:sp>
        <p:nvSpPr>
          <p:cNvPr id="23" name="Unterstützende Werkzeuge">
            <a:extLst xmlns:a="http://schemas.openxmlformats.org/drawingml/2006/main">
              <a:ext uri="{FF2B5EF4-FFF2-40B4-BE49-F238E27FC236}">
                <a16:creationId xmlns:a16="http://schemas.microsoft.com/office/drawing/2014/main" id="{BFB5F422-00C8-4BB9-9580-FB6D4B9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72200"/>
            <a:ext cx="79248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5D4DF"/>
            </a:solidFill>
            <a:prstDash val="solid"/>
          </a:ln>
        </p:spPr>
      </p:sp>
      <p:sp>
        <p:nvSpPr>
          <p:cNvPr id="24" name="tool-divider-1">
            <a:extLst xmlns:a="http://schemas.openxmlformats.org/drawingml/2006/main">
              <a:ext uri="{FF2B5EF4-FFF2-40B4-BE49-F238E27FC236}">
                <a16:creationId xmlns:a16="http://schemas.microsoft.com/office/drawing/2014/main" id="{FF6427CA-1673-4CB9-9163-C764770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6381750"/>
            <a:ext cx="95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ol-divider-2">
            <a:extLst xmlns:a="http://schemas.openxmlformats.org/drawingml/2006/main">
              <a:ext uri="{FF2B5EF4-FFF2-40B4-BE49-F238E27FC236}">
                <a16:creationId xmlns:a16="http://schemas.microsoft.com/office/drawing/2014/main" id="{920DC4BF-B8D1-4CDE-8354-B597292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381750"/>
            <a:ext cx="95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degraph-title">
            <a:extLst xmlns:a="http://schemas.openxmlformats.org/drawingml/2006/main">
              <a:ext uri="{FF2B5EF4-FFF2-40B4-BE49-F238E27FC236}">
                <a16:creationId xmlns:a16="http://schemas.microsoft.com/office/drawing/2014/main" id="{F0520C42-F108-488A-A48C-14B3413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391275"/>
            <a:ext cx="2133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45"/>
                </a:solidFill>
                <a:latin typeface="Arial"/>
                <a:ea typeface="Arial"/>
                <a:cs typeface="Arial"/>
              </a:rPr>
              <a:t>CodeGraph</a:t>
            </a:r>
          </a:p>
        </p:txBody>
      </p:sp>
      <p:sp>
        <p:nvSpPr>
          <p:cNvPr id="27" name="codegraph-body">
            <a:extLst xmlns:a="http://schemas.openxmlformats.org/drawingml/2006/main">
              <a:ext uri="{FF2B5EF4-FFF2-40B4-BE49-F238E27FC236}">
                <a16:creationId xmlns:a16="http://schemas.microsoft.com/office/drawing/2014/main" id="{99EE4158-9E9A-4B12-BD38-7E93B10B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848475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Code-Struktur</a:t>
            </a:r>
          </a:p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und Auswirkungen</a:t>
            </a:r>
          </a:p>
        </p:txBody>
      </p:sp>
      <p:sp>
        <p:nvSpPr>
          <p:cNvPr id="28" name="ux-title">
            <a:extLst xmlns:a="http://schemas.openxmlformats.org/drawingml/2006/main">
              <a:ext uri="{FF2B5EF4-FFF2-40B4-BE49-F238E27FC236}">
                <a16:creationId xmlns:a16="http://schemas.microsoft.com/office/drawing/2014/main" id="{06DEA2E4-0A1B-45A3-9181-600EF820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391275"/>
            <a:ext cx="2162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45"/>
                </a:solidFill>
                <a:latin typeface="Arial"/>
                <a:ea typeface="Arial"/>
                <a:cs typeface="Arial"/>
              </a:rPr>
              <a:t>UI-UX-Pro-Max</a:t>
            </a:r>
          </a:p>
        </p:txBody>
      </p:sp>
      <p:sp>
        <p:nvSpPr>
          <p:cNvPr id="29" name="ux-body">
            <a:extLst xmlns:a="http://schemas.openxmlformats.org/drawingml/2006/main">
              <a:ext uri="{FF2B5EF4-FFF2-40B4-BE49-F238E27FC236}">
                <a16:creationId xmlns:a16="http://schemas.microsoft.com/office/drawing/2014/main" id="{D095436B-D677-4951-A3FD-D9AAA37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84847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UI-Design</a:t>
            </a:r>
          </a:p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und Accessibility</a:t>
            </a:r>
          </a:p>
        </p:txBody>
      </p:sp>
      <p:sp>
        <p:nvSpPr>
          <p:cNvPr id="30" name="efficiency-title">
            <a:extLst xmlns:a="http://schemas.openxmlformats.org/drawingml/2006/main">
              <a:ext uri="{FF2B5EF4-FFF2-40B4-BE49-F238E27FC236}">
                <a16:creationId xmlns:a16="http://schemas.microsoft.com/office/drawing/2014/main" id="{523C9A0F-D82C-4D41-BCF7-AC6AF4C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912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B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45"/>
                </a:solidFill>
                <a:latin typeface="Arial"/>
                <a:ea typeface="Arial"/>
                <a:cs typeface="Arial"/>
              </a:rPr>
              <a:t>Ponytail, Caveman, RTK</a:t>
            </a:r>
          </a:p>
        </p:txBody>
      </p:sp>
      <p:sp>
        <p:nvSpPr>
          <p:cNvPr id="31" name="efficiency-body">
            <a:extLst xmlns:a="http://schemas.openxmlformats.org/drawingml/2006/main">
              <a:ext uri="{FF2B5EF4-FFF2-40B4-BE49-F238E27FC236}">
                <a16:creationId xmlns:a16="http://schemas.microsoft.com/office/drawing/2014/main" id="{46C72878-EAA6-469E-86B7-737CFBA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848475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Schlanker Code</a:t>
            </a:r>
          </a:p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Knappe Kommunikation</a:t>
            </a:r>
          </a:p>
        </p:txBody>
      </p:sp>
      <p:sp>
        <p:nvSpPr>
          <p:cNvPr id="33" name="visibility">
            <a:extLst xmlns:a="http://schemas.openxmlformats.org/drawingml/2006/main">
              <a:ext uri="{FF2B5EF4-FFF2-40B4-BE49-F238E27FC236}">
                <a16:creationId xmlns:a16="http://schemas.microsoft.com/office/drawing/2014/main" id="{AC8D9A31-57C4-4842-AFC2-511937E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Deep Path: Dashboard und unabhängiger Observer zeigen den Fortschritt</a:t>
            </a:r>
          </a:p>
        </p:txBody>
      </p:sp>
      <p:sp>
        <p:nvSpPr>
          <p:cNvPr id="34" name="budget">
            <a:extLst xmlns:a="http://schemas.openxmlformats.org/drawingml/2006/main">
              <a:ext uri="{FF2B5EF4-FFF2-40B4-BE49-F238E27FC236}">
                <a16:creationId xmlns:a16="http://schemas.microsoft.com/office/drawing/2014/main" id="{B4F826B9-C2EF-4BD3-860C-0AE968FC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58175"/>
            <a:ext cx="1190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3 Iterationen je Kriterium   /   60 Minuten je Generation</a:t>
            </a:r>
          </a:p>
        </p:txBody>
      </p:sp>
      <p:sp>
        <p:nvSpPr>
          <p:cNvPr id="35" name="owner">
            <a:extLst xmlns:a="http://schemas.openxmlformats.org/drawingml/2006/main">
              <a:ext uri="{FF2B5EF4-FFF2-40B4-BE49-F238E27FC236}">
                <a16:creationId xmlns:a16="http://schemas.microsoft.com/office/drawing/2014/main" id="{1EEEA7E0-51D0-4B78-A544-C12370B6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95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Chris</a:t>
            </a:r>
          </a:p>
        </p:txBody>
      </p:sp>
    </p:spTree>
    <p:extLst>
      <p:ext uri="{BB962C8B-B14F-4D97-AF65-F5344CB8AC3E}">
        <p14:creationId xmlns:p14="http://schemas.microsoft.com/office/powerpoint/2010/main" val="1950291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2026-10-07T13:18:57.8040000Z</dcterms:created>
  <dcterms:modified xsi:type="dcterms:W3CDTF">2026-10-07T13:18:57.8050000Z</dcterms:modified>
</coreProperties>
</file>